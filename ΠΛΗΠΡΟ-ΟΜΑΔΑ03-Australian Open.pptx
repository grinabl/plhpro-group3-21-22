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4" r:id="rId1"/>
  </p:sldMasterIdLst>
  <p:notesMasterIdLst>
    <p:notesMasterId r:id="rId16"/>
  </p:notesMasterIdLst>
  <p:sldIdLst>
    <p:sldId id="313" r:id="rId2"/>
    <p:sldId id="315" r:id="rId3"/>
    <p:sldId id="324" r:id="rId4"/>
    <p:sldId id="323" r:id="rId5"/>
    <p:sldId id="325" r:id="rId6"/>
    <p:sldId id="261" r:id="rId7"/>
    <p:sldId id="326" r:id="rId8"/>
    <p:sldId id="263" r:id="rId9"/>
    <p:sldId id="327" r:id="rId10"/>
    <p:sldId id="328" r:id="rId11"/>
    <p:sldId id="329" r:id="rId12"/>
    <p:sldId id="330" r:id="rId13"/>
    <p:sldId id="331" r:id="rId14"/>
    <p:sldId id="332" r:id="rId15"/>
  </p:sldIdLst>
  <p:sldSz cx="12192000" cy="6858000"/>
  <p:notesSz cx="6858000" cy="9144000"/>
  <p:defaultTextStyle>
    <a:defPPr>
      <a:defRPr lang="el-G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John" initials="J" lastIdx="1" clrIdx="0">
    <p:extLst>
      <p:ext uri="{19B8F6BF-5375-455C-9EA6-DF929625EA0E}">
        <p15:presenceInfo xmlns:p15="http://schemas.microsoft.com/office/powerpoint/2012/main" userId="John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Μεσαίο στυλ 2 - Έμφαση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614" autoAdjust="0"/>
    <p:restoredTop sz="94660"/>
  </p:normalViewPr>
  <p:slideViewPr>
    <p:cSldViewPr snapToGrid="0">
      <p:cViewPr varScale="1">
        <p:scale>
          <a:sx n="59" d="100"/>
          <a:sy n="59" d="100"/>
        </p:scale>
        <p:origin x="90" y="11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κεφαλίδας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l-GR"/>
          </a:p>
        </p:txBody>
      </p:sp>
      <p:sp>
        <p:nvSpPr>
          <p:cNvPr id="3" name="Θέση ημερομηνίας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6B478AD-AFBA-40F5-B1CF-1D6C5E4F13D7}" type="datetimeFigureOut">
              <a:rPr lang="el-GR" smtClean="0"/>
              <a:t>19/6/2022</a:t>
            </a:fld>
            <a:endParaRPr lang="el-GR"/>
          </a:p>
        </p:txBody>
      </p:sp>
      <p:sp>
        <p:nvSpPr>
          <p:cNvPr id="4" name="Θέση εικόνας διαφάνειας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l-GR"/>
          </a:p>
        </p:txBody>
      </p:sp>
      <p:sp>
        <p:nvSpPr>
          <p:cNvPr id="5" name="Θέση σημειώσεων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l-GR"/>
              <a:t>Στυλ κειμένου υποδείγματος</a:t>
            </a:r>
          </a:p>
          <a:p>
            <a:pPr lvl="1"/>
            <a:r>
              <a:rPr lang="el-GR"/>
              <a:t>Δεύτερο επίπεδο</a:t>
            </a:r>
          </a:p>
          <a:p>
            <a:pPr lvl="2"/>
            <a:r>
              <a:rPr lang="el-GR"/>
              <a:t>Τρίτο επίπεδο</a:t>
            </a:r>
          </a:p>
          <a:p>
            <a:pPr lvl="3"/>
            <a:r>
              <a:rPr lang="el-GR"/>
              <a:t>Τέταρτο επίπεδο</a:t>
            </a:r>
          </a:p>
          <a:p>
            <a:pPr lvl="4"/>
            <a:r>
              <a:rPr lang="el-GR"/>
              <a:t>Πέμπτο επίπεδο</a:t>
            </a:r>
          </a:p>
        </p:txBody>
      </p:sp>
      <p:sp>
        <p:nvSpPr>
          <p:cNvPr id="6" name="Θέση υποσέλιδου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l-GR"/>
          </a:p>
        </p:txBody>
      </p:sp>
      <p:sp>
        <p:nvSpPr>
          <p:cNvPr id="7" name="Θέση αριθμού διαφάνειας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52822A6-AE60-4EDD-BBD0-E498BF94B64A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7586312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22CD34A-B69B-4D30-8B50-08EB87DE0350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16322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Διαφάνεια τίτλου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69AF744E-472F-40C0-ACDC-15A10F11739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l-GR"/>
              <a:t>Κάντε κλικ για να επεξεργαστείτε τον τίτλο υποδείγματος</a:t>
            </a:r>
          </a:p>
        </p:txBody>
      </p:sp>
      <p:sp>
        <p:nvSpPr>
          <p:cNvPr id="3" name="Υπότιτλος 2">
            <a:extLst>
              <a:ext uri="{FF2B5EF4-FFF2-40B4-BE49-F238E27FC236}">
                <a16:creationId xmlns:a16="http://schemas.microsoft.com/office/drawing/2014/main" id="{D99C4E30-9441-4E5A-928A-B2531AD7277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l-GR"/>
              <a:t>Κάντε κλικ για να επεξεργαστείτε τον υπότιτλο του υποδείγματος</a:t>
            </a:r>
          </a:p>
        </p:txBody>
      </p:sp>
      <p:sp>
        <p:nvSpPr>
          <p:cNvPr id="4" name="Θέση ημερομηνίας 3">
            <a:extLst>
              <a:ext uri="{FF2B5EF4-FFF2-40B4-BE49-F238E27FC236}">
                <a16:creationId xmlns:a16="http://schemas.microsoft.com/office/drawing/2014/main" id="{311EF9B8-53C2-4471-8121-DB5BC36270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ABC23-E4BF-4D97-930B-805CF3F46795}" type="datetimeFigureOut">
              <a:rPr lang="el-GR" smtClean="0"/>
              <a:t>19/6/2022</a:t>
            </a:fld>
            <a:endParaRPr lang="el-GR"/>
          </a:p>
        </p:txBody>
      </p:sp>
      <p:sp>
        <p:nvSpPr>
          <p:cNvPr id="5" name="Θέση υποσέλιδου 4">
            <a:extLst>
              <a:ext uri="{FF2B5EF4-FFF2-40B4-BE49-F238E27FC236}">
                <a16:creationId xmlns:a16="http://schemas.microsoft.com/office/drawing/2014/main" id="{A572D1CD-AA66-4DA9-A934-3ABE506EDC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6" name="Θέση αριθμού διαφάνειας 5">
            <a:extLst>
              <a:ext uri="{FF2B5EF4-FFF2-40B4-BE49-F238E27FC236}">
                <a16:creationId xmlns:a16="http://schemas.microsoft.com/office/drawing/2014/main" id="{8FC89556-2A69-4596-B556-C0A6C07830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DC39C-820A-4884-8686-36CB0DB0024C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30444815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Τίτλος και περιεχόμεν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F3EA2D46-722D-415A-90AB-17B95B8D45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/>
              <a:t>Κάντε κλικ για να επεξεργαστείτε τον τίτλο υποδείγματος</a:t>
            </a:r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163453AA-3178-4EDD-AEB0-3D82A1EB78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l-GR"/>
              <a:t>Στυλ κειμένου υποδείγματος</a:t>
            </a:r>
          </a:p>
          <a:p>
            <a:pPr lvl="1"/>
            <a:r>
              <a:rPr lang="el-GR"/>
              <a:t>Δεύτερο επίπεδο</a:t>
            </a:r>
          </a:p>
          <a:p>
            <a:pPr lvl="2"/>
            <a:r>
              <a:rPr lang="el-GR"/>
              <a:t>Τρίτο επίπεδο</a:t>
            </a:r>
          </a:p>
          <a:p>
            <a:pPr lvl="3"/>
            <a:r>
              <a:rPr lang="el-GR"/>
              <a:t>Τέταρτο επίπεδο</a:t>
            </a:r>
          </a:p>
          <a:p>
            <a:pPr lvl="4"/>
            <a:r>
              <a:rPr lang="el-GR"/>
              <a:t>Πέμπτο επίπεδο</a:t>
            </a:r>
          </a:p>
        </p:txBody>
      </p:sp>
      <p:sp>
        <p:nvSpPr>
          <p:cNvPr id="4" name="Θέση ημερομηνίας 3">
            <a:extLst>
              <a:ext uri="{FF2B5EF4-FFF2-40B4-BE49-F238E27FC236}">
                <a16:creationId xmlns:a16="http://schemas.microsoft.com/office/drawing/2014/main" id="{D157199F-706E-4155-92E0-8657BD9508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ABC23-E4BF-4D97-930B-805CF3F46795}" type="datetimeFigureOut">
              <a:rPr lang="el-GR" smtClean="0"/>
              <a:t>19/6/2022</a:t>
            </a:fld>
            <a:endParaRPr lang="el-GR"/>
          </a:p>
        </p:txBody>
      </p:sp>
      <p:sp>
        <p:nvSpPr>
          <p:cNvPr id="5" name="Θέση υποσέλιδου 4">
            <a:extLst>
              <a:ext uri="{FF2B5EF4-FFF2-40B4-BE49-F238E27FC236}">
                <a16:creationId xmlns:a16="http://schemas.microsoft.com/office/drawing/2014/main" id="{096922A2-5ECA-468D-8192-D92CE900CF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6" name="Θέση αριθμού διαφάνειας 5">
            <a:extLst>
              <a:ext uri="{FF2B5EF4-FFF2-40B4-BE49-F238E27FC236}">
                <a16:creationId xmlns:a16="http://schemas.microsoft.com/office/drawing/2014/main" id="{3CFBCE28-3545-4394-9EE3-85A8B60A9D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DC39C-820A-4884-8686-36CB0DB0024C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1381909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Κεφαλίδα ενότητα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E36294C5-F3F8-44F4-B721-A95CD526DD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l-GR"/>
              <a:t>Κάντε κλικ για να επεξεργαστείτε τον τίτλο υποδείγματος</a:t>
            </a:r>
          </a:p>
        </p:txBody>
      </p:sp>
      <p:sp>
        <p:nvSpPr>
          <p:cNvPr id="3" name="Θέση κειμένου 2">
            <a:extLst>
              <a:ext uri="{FF2B5EF4-FFF2-40B4-BE49-F238E27FC236}">
                <a16:creationId xmlns:a16="http://schemas.microsoft.com/office/drawing/2014/main" id="{9CB67C57-2738-46E5-B28E-370D4055A9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l-GR"/>
              <a:t>Στυλ κειμένου υποδείγματος</a:t>
            </a:r>
          </a:p>
        </p:txBody>
      </p:sp>
      <p:sp>
        <p:nvSpPr>
          <p:cNvPr id="4" name="Θέση ημερομηνίας 3">
            <a:extLst>
              <a:ext uri="{FF2B5EF4-FFF2-40B4-BE49-F238E27FC236}">
                <a16:creationId xmlns:a16="http://schemas.microsoft.com/office/drawing/2014/main" id="{F96C862A-0E19-4467-B82A-C39ADFB392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ABC23-E4BF-4D97-930B-805CF3F46795}" type="datetimeFigureOut">
              <a:rPr lang="el-GR" smtClean="0"/>
              <a:t>19/6/2022</a:t>
            </a:fld>
            <a:endParaRPr lang="el-GR"/>
          </a:p>
        </p:txBody>
      </p:sp>
      <p:sp>
        <p:nvSpPr>
          <p:cNvPr id="5" name="Θέση υποσέλιδου 4">
            <a:extLst>
              <a:ext uri="{FF2B5EF4-FFF2-40B4-BE49-F238E27FC236}">
                <a16:creationId xmlns:a16="http://schemas.microsoft.com/office/drawing/2014/main" id="{3AD18225-C2D7-4181-A2D8-A41543A183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6" name="Θέση αριθμού διαφάνειας 5">
            <a:extLst>
              <a:ext uri="{FF2B5EF4-FFF2-40B4-BE49-F238E27FC236}">
                <a16:creationId xmlns:a16="http://schemas.microsoft.com/office/drawing/2014/main" id="{C4114811-7357-4B73-9C6B-1B7C4319DC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DC39C-820A-4884-8686-36CB0DB0024C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40172036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Δύο περιεχόμεν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E7E08DD0-A895-4CF3-9F06-EA502867E8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/>
              <a:t>Κάντε κλικ για να επεξεργαστείτε τον τίτλο υποδείγματος</a:t>
            </a:r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A242A4A1-5D97-4B86-B70C-614F2A302B6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l-GR"/>
              <a:t>Στυλ κειμένου υποδείγματος</a:t>
            </a:r>
          </a:p>
          <a:p>
            <a:pPr lvl="1"/>
            <a:r>
              <a:rPr lang="el-GR"/>
              <a:t>Δεύτερο επίπεδο</a:t>
            </a:r>
          </a:p>
          <a:p>
            <a:pPr lvl="2"/>
            <a:r>
              <a:rPr lang="el-GR"/>
              <a:t>Τρίτο επίπεδο</a:t>
            </a:r>
          </a:p>
          <a:p>
            <a:pPr lvl="3"/>
            <a:r>
              <a:rPr lang="el-GR"/>
              <a:t>Τέταρτο επίπεδο</a:t>
            </a:r>
          </a:p>
          <a:p>
            <a:pPr lvl="4"/>
            <a:r>
              <a:rPr lang="el-GR"/>
              <a:t>Πέμπτο επίπεδο</a:t>
            </a:r>
          </a:p>
        </p:txBody>
      </p:sp>
      <p:sp>
        <p:nvSpPr>
          <p:cNvPr id="4" name="Θέση περιεχομένου 3">
            <a:extLst>
              <a:ext uri="{FF2B5EF4-FFF2-40B4-BE49-F238E27FC236}">
                <a16:creationId xmlns:a16="http://schemas.microsoft.com/office/drawing/2014/main" id="{EF699EFD-7686-4E90-80C6-821AF76461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l-GR"/>
              <a:t>Στυλ κειμένου υποδείγματος</a:t>
            </a:r>
          </a:p>
          <a:p>
            <a:pPr lvl="1"/>
            <a:r>
              <a:rPr lang="el-GR"/>
              <a:t>Δεύτερο επίπεδο</a:t>
            </a:r>
          </a:p>
          <a:p>
            <a:pPr lvl="2"/>
            <a:r>
              <a:rPr lang="el-GR"/>
              <a:t>Τρίτο επίπεδο</a:t>
            </a:r>
          </a:p>
          <a:p>
            <a:pPr lvl="3"/>
            <a:r>
              <a:rPr lang="el-GR"/>
              <a:t>Τέταρτο επίπεδο</a:t>
            </a:r>
          </a:p>
          <a:p>
            <a:pPr lvl="4"/>
            <a:r>
              <a:rPr lang="el-GR"/>
              <a:t>Πέμπτο επίπεδο</a:t>
            </a:r>
          </a:p>
        </p:txBody>
      </p:sp>
      <p:sp>
        <p:nvSpPr>
          <p:cNvPr id="5" name="Θέση ημερομηνίας 4">
            <a:extLst>
              <a:ext uri="{FF2B5EF4-FFF2-40B4-BE49-F238E27FC236}">
                <a16:creationId xmlns:a16="http://schemas.microsoft.com/office/drawing/2014/main" id="{B1CC5713-83AF-4925-B086-B439E4845D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ABC23-E4BF-4D97-930B-805CF3F46795}" type="datetimeFigureOut">
              <a:rPr lang="el-GR" smtClean="0"/>
              <a:t>19/6/2022</a:t>
            </a:fld>
            <a:endParaRPr lang="el-GR"/>
          </a:p>
        </p:txBody>
      </p:sp>
      <p:sp>
        <p:nvSpPr>
          <p:cNvPr id="6" name="Θέση υποσέλιδου 5">
            <a:extLst>
              <a:ext uri="{FF2B5EF4-FFF2-40B4-BE49-F238E27FC236}">
                <a16:creationId xmlns:a16="http://schemas.microsoft.com/office/drawing/2014/main" id="{C5A0CD5B-0E90-4D32-87D4-D3C36C479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7" name="Θέση αριθμού διαφάνειας 6">
            <a:extLst>
              <a:ext uri="{FF2B5EF4-FFF2-40B4-BE49-F238E27FC236}">
                <a16:creationId xmlns:a16="http://schemas.microsoft.com/office/drawing/2014/main" id="{C5B66FC4-DC82-47B0-BA1C-66504CFF81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DC39C-820A-4884-8686-36CB0DB0024C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27360177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Σύγκριση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35CAA29F-A86E-4E39-A235-33F082A40B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l-GR"/>
              <a:t>Κάντε κλικ για να επεξεργαστείτε τον τίτλο υποδείγματος</a:t>
            </a:r>
          </a:p>
        </p:txBody>
      </p:sp>
      <p:sp>
        <p:nvSpPr>
          <p:cNvPr id="3" name="Θέση κειμένου 2">
            <a:extLst>
              <a:ext uri="{FF2B5EF4-FFF2-40B4-BE49-F238E27FC236}">
                <a16:creationId xmlns:a16="http://schemas.microsoft.com/office/drawing/2014/main" id="{3BA5B6C5-1C87-40AC-A00F-929D49C3C4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l-GR"/>
              <a:t>Στυλ κειμένου υποδείγματος</a:t>
            </a:r>
          </a:p>
        </p:txBody>
      </p:sp>
      <p:sp>
        <p:nvSpPr>
          <p:cNvPr id="4" name="Θέση περιεχομένου 3">
            <a:extLst>
              <a:ext uri="{FF2B5EF4-FFF2-40B4-BE49-F238E27FC236}">
                <a16:creationId xmlns:a16="http://schemas.microsoft.com/office/drawing/2014/main" id="{1ED4401A-EB6C-4269-9F5E-731EDAE8614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l-GR"/>
              <a:t>Στυλ κειμένου υποδείγματος</a:t>
            </a:r>
          </a:p>
          <a:p>
            <a:pPr lvl="1"/>
            <a:r>
              <a:rPr lang="el-GR"/>
              <a:t>Δεύτερο επίπεδο</a:t>
            </a:r>
          </a:p>
          <a:p>
            <a:pPr lvl="2"/>
            <a:r>
              <a:rPr lang="el-GR"/>
              <a:t>Τρίτο επίπεδο</a:t>
            </a:r>
          </a:p>
          <a:p>
            <a:pPr lvl="3"/>
            <a:r>
              <a:rPr lang="el-GR"/>
              <a:t>Τέταρτο επίπεδο</a:t>
            </a:r>
          </a:p>
          <a:p>
            <a:pPr lvl="4"/>
            <a:r>
              <a:rPr lang="el-GR"/>
              <a:t>Πέμπτο επίπεδο</a:t>
            </a:r>
          </a:p>
        </p:txBody>
      </p:sp>
      <p:sp>
        <p:nvSpPr>
          <p:cNvPr id="5" name="Θέση κειμένου 4">
            <a:extLst>
              <a:ext uri="{FF2B5EF4-FFF2-40B4-BE49-F238E27FC236}">
                <a16:creationId xmlns:a16="http://schemas.microsoft.com/office/drawing/2014/main" id="{61216144-224E-4890-8970-A4CE81385E3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l-GR"/>
              <a:t>Στυλ κειμένου υποδείγματος</a:t>
            </a:r>
          </a:p>
        </p:txBody>
      </p:sp>
      <p:sp>
        <p:nvSpPr>
          <p:cNvPr id="6" name="Θέση περιεχομένου 5">
            <a:extLst>
              <a:ext uri="{FF2B5EF4-FFF2-40B4-BE49-F238E27FC236}">
                <a16:creationId xmlns:a16="http://schemas.microsoft.com/office/drawing/2014/main" id="{60995BA1-9096-486F-9F6D-618A0DE7C49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l-GR"/>
              <a:t>Στυλ κειμένου υποδείγματος</a:t>
            </a:r>
          </a:p>
          <a:p>
            <a:pPr lvl="1"/>
            <a:r>
              <a:rPr lang="el-GR"/>
              <a:t>Δεύτερο επίπεδο</a:t>
            </a:r>
          </a:p>
          <a:p>
            <a:pPr lvl="2"/>
            <a:r>
              <a:rPr lang="el-GR"/>
              <a:t>Τρίτο επίπεδο</a:t>
            </a:r>
          </a:p>
          <a:p>
            <a:pPr lvl="3"/>
            <a:r>
              <a:rPr lang="el-GR"/>
              <a:t>Τέταρτο επίπεδο</a:t>
            </a:r>
          </a:p>
          <a:p>
            <a:pPr lvl="4"/>
            <a:r>
              <a:rPr lang="el-GR"/>
              <a:t>Πέμπτο επίπεδο</a:t>
            </a:r>
          </a:p>
        </p:txBody>
      </p:sp>
      <p:sp>
        <p:nvSpPr>
          <p:cNvPr id="7" name="Θέση ημερομηνίας 6">
            <a:extLst>
              <a:ext uri="{FF2B5EF4-FFF2-40B4-BE49-F238E27FC236}">
                <a16:creationId xmlns:a16="http://schemas.microsoft.com/office/drawing/2014/main" id="{98F726FC-7065-467E-AEB9-AB93C2665C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ABC23-E4BF-4D97-930B-805CF3F46795}" type="datetimeFigureOut">
              <a:rPr lang="el-GR" smtClean="0"/>
              <a:t>19/6/2022</a:t>
            </a:fld>
            <a:endParaRPr lang="el-GR"/>
          </a:p>
        </p:txBody>
      </p:sp>
      <p:sp>
        <p:nvSpPr>
          <p:cNvPr id="8" name="Θέση υποσέλιδου 7">
            <a:extLst>
              <a:ext uri="{FF2B5EF4-FFF2-40B4-BE49-F238E27FC236}">
                <a16:creationId xmlns:a16="http://schemas.microsoft.com/office/drawing/2014/main" id="{33AC9544-D741-4FB4-ACFF-FD69332565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9" name="Θέση αριθμού διαφάνειας 8">
            <a:extLst>
              <a:ext uri="{FF2B5EF4-FFF2-40B4-BE49-F238E27FC236}">
                <a16:creationId xmlns:a16="http://schemas.microsoft.com/office/drawing/2014/main" id="{EF69DA75-9F4C-4237-826F-A428E9DDC5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DC39C-820A-4884-8686-36CB0DB0024C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13996195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Μόνο τίτλο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6F21F047-8936-44F7-83A0-80CD338038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/>
              <a:t>Κάντε κλικ για να επεξεργαστείτε τον τίτλο υποδείγματος</a:t>
            </a:r>
          </a:p>
        </p:txBody>
      </p:sp>
      <p:sp>
        <p:nvSpPr>
          <p:cNvPr id="3" name="Θέση ημερομηνίας 2">
            <a:extLst>
              <a:ext uri="{FF2B5EF4-FFF2-40B4-BE49-F238E27FC236}">
                <a16:creationId xmlns:a16="http://schemas.microsoft.com/office/drawing/2014/main" id="{574D20F4-A659-447F-B282-F68D7089A9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ABC23-E4BF-4D97-930B-805CF3F46795}" type="datetimeFigureOut">
              <a:rPr lang="el-GR" smtClean="0"/>
              <a:t>19/6/2022</a:t>
            </a:fld>
            <a:endParaRPr lang="el-GR"/>
          </a:p>
        </p:txBody>
      </p:sp>
      <p:sp>
        <p:nvSpPr>
          <p:cNvPr id="4" name="Θέση υποσέλιδου 3">
            <a:extLst>
              <a:ext uri="{FF2B5EF4-FFF2-40B4-BE49-F238E27FC236}">
                <a16:creationId xmlns:a16="http://schemas.microsoft.com/office/drawing/2014/main" id="{0506F486-07EF-47A0-AA33-D3161246B6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5" name="Θέση αριθμού διαφάνειας 4">
            <a:extLst>
              <a:ext uri="{FF2B5EF4-FFF2-40B4-BE49-F238E27FC236}">
                <a16:creationId xmlns:a16="http://schemas.microsoft.com/office/drawing/2014/main" id="{513C9C88-60AA-425C-BF68-670E9DD738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DC39C-820A-4884-8686-36CB0DB0024C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16380054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Κεν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ημερομηνίας 1">
            <a:extLst>
              <a:ext uri="{FF2B5EF4-FFF2-40B4-BE49-F238E27FC236}">
                <a16:creationId xmlns:a16="http://schemas.microsoft.com/office/drawing/2014/main" id="{295550FB-6981-4F80-98B4-4AB73744DF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ABC23-E4BF-4D97-930B-805CF3F46795}" type="datetimeFigureOut">
              <a:rPr lang="el-GR" smtClean="0"/>
              <a:t>19/6/2022</a:t>
            </a:fld>
            <a:endParaRPr lang="el-GR"/>
          </a:p>
        </p:txBody>
      </p:sp>
      <p:sp>
        <p:nvSpPr>
          <p:cNvPr id="3" name="Θέση υποσέλιδου 2">
            <a:extLst>
              <a:ext uri="{FF2B5EF4-FFF2-40B4-BE49-F238E27FC236}">
                <a16:creationId xmlns:a16="http://schemas.microsoft.com/office/drawing/2014/main" id="{B1FA9F0C-64D6-4811-BA60-640AAC419F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4" name="Θέση αριθμού διαφάνειας 3">
            <a:extLst>
              <a:ext uri="{FF2B5EF4-FFF2-40B4-BE49-F238E27FC236}">
                <a16:creationId xmlns:a16="http://schemas.microsoft.com/office/drawing/2014/main" id="{F2D87287-D415-4501-A5EA-5A16C05801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DC39C-820A-4884-8686-36CB0DB0024C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5486119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Περιεχόμενο με λεζάντ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2D81CF5A-73A8-4E8E-9E18-F2A79B94B1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l-GR"/>
              <a:t>Κάντε κλικ για να επεξεργαστείτε τον τίτλο υποδείγματος</a:t>
            </a:r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A0FCBE73-C60B-42E9-8AA4-23687F6DBB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l-GR"/>
              <a:t>Στυλ κειμένου υποδείγματος</a:t>
            </a:r>
          </a:p>
          <a:p>
            <a:pPr lvl="1"/>
            <a:r>
              <a:rPr lang="el-GR"/>
              <a:t>Δεύτερο επίπεδο</a:t>
            </a:r>
          </a:p>
          <a:p>
            <a:pPr lvl="2"/>
            <a:r>
              <a:rPr lang="el-GR"/>
              <a:t>Τρίτο επίπεδο</a:t>
            </a:r>
          </a:p>
          <a:p>
            <a:pPr lvl="3"/>
            <a:r>
              <a:rPr lang="el-GR"/>
              <a:t>Τέταρτο επίπεδο</a:t>
            </a:r>
          </a:p>
          <a:p>
            <a:pPr lvl="4"/>
            <a:r>
              <a:rPr lang="el-GR"/>
              <a:t>Πέμπτο επίπεδο</a:t>
            </a:r>
          </a:p>
        </p:txBody>
      </p:sp>
      <p:sp>
        <p:nvSpPr>
          <p:cNvPr id="4" name="Θέση κειμένου 3">
            <a:extLst>
              <a:ext uri="{FF2B5EF4-FFF2-40B4-BE49-F238E27FC236}">
                <a16:creationId xmlns:a16="http://schemas.microsoft.com/office/drawing/2014/main" id="{026DA316-4DE1-4397-A7A5-21B162F7A0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l-GR"/>
              <a:t>Στυλ κειμένου υποδείγματος</a:t>
            </a:r>
          </a:p>
        </p:txBody>
      </p:sp>
      <p:sp>
        <p:nvSpPr>
          <p:cNvPr id="5" name="Θέση ημερομηνίας 4">
            <a:extLst>
              <a:ext uri="{FF2B5EF4-FFF2-40B4-BE49-F238E27FC236}">
                <a16:creationId xmlns:a16="http://schemas.microsoft.com/office/drawing/2014/main" id="{0B6A62F5-E933-43D3-99EE-E50D4AFD58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ABC23-E4BF-4D97-930B-805CF3F46795}" type="datetimeFigureOut">
              <a:rPr lang="el-GR" smtClean="0"/>
              <a:t>19/6/2022</a:t>
            </a:fld>
            <a:endParaRPr lang="el-GR"/>
          </a:p>
        </p:txBody>
      </p:sp>
      <p:sp>
        <p:nvSpPr>
          <p:cNvPr id="6" name="Θέση υποσέλιδου 5">
            <a:extLst>
              <a:ext uri="{FF2B5EF4-FFF2-40B4-BE49-F238E27FC236}">
                <a16:creationId xmlns:a16="http://schemas.microsoft.com/office/drawing/2014/main" id="{1E29B234-946E-436C-B493-8EC78620A8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7" name="Θέση αριθμού διαφάνειας 6">
            <a:extLst>
              <a:ext uri="{FF2B5EF4-FFF2-40B4-BE49-F238E27FC236}">
                <a16:creationId xmlns:a16="http://schemas.microsoft.com/office/drawing/2014/main" id="{B6303808-D89C-4318-B8B5-51308FE5C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DC39C-820A-4884-8686-36CB0DB0024C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25866675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Εικόνα με λεζάντ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F0D235E9-DDC8-4F8B-9644-D7FAAAD8AB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l-GR"/>
              <a:t>Κάντε κλικ για να επεξεργαστείτε τον τίτλο υποδείγματος</a:t>
            </a:r>
          </a:p>
        </p:txBody>
      </p:sp>
      <p:sp>
        <p:nvSpPr>
          <p:cNvPr id="3" name="Θέση εικόνας 2">
            <a:extLst>
              <a:ext uri="{FF2B5EF4-FFF2-40B4-BE49-F238E27FC236}">
                <a16:creationId xmlns:a16="http://schemas.microsoft.com/office/drawing/2014/main" id="{DF4F1C08-240A-4C09-864B-7A76CA12CC6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l-GR"/>
          </a:p>
        </p:txBody>
      </p:sp>
      <p:sp>
        <p:nvSpPr>
          <p:cNvPr id="4" name="Θέση κειμένου 3">
            <a:extLst>
              <a:ext uri="{FF2B5EF4-FFF2-40B4-BE49-F238E27FC236}">
                <a16:creationId xmlns:a16="http://schemas.microsoft.com/office/drawing/2014/main" id="{04C5D17D-6496-4697-B51E-60A1F94295D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l-GR"/>
              <a:t>Στυλ κειμένου υποδείγματος</a:t>
            </a:r>
          </a:p>
        </p:txBody>
      </p:sp>
      <p:sp>
        <p:nvSpPr>
          <p:cNvPr id="5" name="Θέση ημερομηνίας 4">
            <a:extLst>
              <a:ext uri="{FF2B5EF4-FFF2-40B4-BE49-F238E27FC236}">
                <a16:creationId xmlns:a16="http://schemas.microsoft.com/office/drawing/2014/main" id="{8989D8CE-C638-4CA3-BACC-CE5218A1F5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ABC23-E4BF-4D97-930B-805CF3F46795}" type="datetimeFigureOut">
              <a:rPr lang="el-GR" smtClean="0"/>
              <a:t>19/6/2022</a:t>
            </a:fld>
            <a:endParaRPr lang="el-GR"/>
          </a:p>
        </p:txBody>
      </p:sp>
      <p:sp>
        <p:nvSpPr>
          <p:cNvPr id="6" name="Θέση υποσέλιδου 5">
            <a:extLst>
              <a:ext uri="{FF2B5EF4-FFF2-40B4-BE49-F238E27FC236}">
                <a16:creationId xmlns:a16="http://schemas.microsoft.com/office/drawing/2014/main" id="{94DD9399-8677-496D-918A-30AC49E413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7" name="Θέση αριθμού διαφάνειας 6">
            <a:extLst>
              <a:ext uri="{FF2B5EF4-FFF2-40B4-BE49-F238E27FC236}">
                <a16:creationId xmlns:a16="http://schemas.microsoft.com/office/drawing/2014/main" id="{869FA658-267E-4B61-A76C-BFBA1A6CD2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DC39C-820A-4884-8686-36CB0DB0024C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17347334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Τίτλος και Κατακόρυφο κείμεν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86187D52-A9C3-41FB-9713-491AC2968C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/>
              <a:t>Κάντε κλικ για να επεξεργαστείτε τον τίτλο υποδείγματος</a:t>
            </a:r>
          </a:p>
        </p:txBody>
      </p:sp>
      <p:sp>
        <p:nvSpPr>
          <p:cNvPr id="3" name="Θέση κατακόρυφου κειμένου 2">
            <a:extLst>
              <a:ext uri="{FF2B5EF4-FFF2-40B4-BE49-F238E27FC236}">
                <a16:creationId xmlns:a16="http://schemas.microsoft.com/office/drawing/2014/main" id="{8ED4EE50-809E-4118-B31A-D24F0932E0A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l-GR"/>
              <a:t>Στυλ κειμένου υποδείγματος</a:t>
            </a:r>
          </a:p>
          <a:p>
            <a:pPr lvl="1"/>
            <a:r>
              <a:rPr lang="el-GR"/>
              <a:t>Δεύτερο επίπεδο</a:t>
            </a:r>
          </a:p>
          <a:p>
            <a:pPr lvl="2"/>
            <a:r>
              <a:rPr lang="el-GR"/>
              <a:t>Τρίτο επίπεδο</a:t>
            </a:r>
          </a:p>
          <a:p>
            <a:pPr lvl="3"/>
            <a:r>
              <a:rPr lang="el-GR"/>
              <a:t>Τέταρτο επίπεδο</a:t>
            </a:r>
          </a:p>
          <a:p>
            <a:pPr lvl="4"/>
            <a:r>
              <a:rPr lang="el-GR"/>
              <a:t>Πέμπτο επίπεδο</a:t>
            </a:r>
          </a:p>
        </p:txBody>
      </p:sp>
      <p:sp>
        <p:nvSpPr>
          <p:cNvPr id="4" name="Θέση ημερομηνίας 3">
            <a:extLst>
              <a:ext uri="{FF2B5EF4-FFF2-40B4-BE49-F238E27FC236}">
                <a16:creationId xmlns:a16="http://schemas.microsoft.com/office/drawing/2014/main" id="{9B390C88-1D3C-499C-B063-695CDCD0AD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ABC23-E4BF-4D97-930B-805CF3F46795}" type="datetimeFigureOut">
              <a:rPr lang="el-GR" smtClean="0"/>
              <a:t>19/6/2022</a:t>
            </a:fld>
            <a:endParaRPr lang="el-GR"/>
          </a:p>
        </p:txBody>
      </p:sp>
      <p:sp>
        <p:nvSpPr>
          <p:cNvPr id="5" name="Θέση υποσέλιδου 4">
            <a:extLst>
              <a:ext uri="{FF2B5EF4-FFF2-40B4-BE49-F238E27FC236}">
                <a16:creationId xmlns:a16="http://schemas.microsoft.com/office/drawing/2014/main" id="{12399E21-2946-4E4C-BFBA-C83C499050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6" name="Θέση αριθμού διαφάνειας 5">
            <a:extLst>
              <a:ext uri="{FF2B5EF4-FFF2-40B4-BE49-F238E27FC236}">
                <a16:creationId xmlns:a16="http://schemas.microsoft.com/office/drawing/2014/main" id="{14275367-6B8C-4FF9-B08A-C62D430A50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DC39C-820A-4884-8686-36CB0DB0024C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6314013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Κατακόρυφος τίτλος και Κείμεν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Κατακόρυφος τίτλος 1">
            <a:extLst>
              <a:ext uri="{FF2B5EF4-FFF2-40B4-BE49-F238E27FC236}">
                <a16:creationId xmlns:a16="http://schemas.microsoft.com/office/drawing/2014/main" id="{9417D49D-D87A-4A58-B08A-5020D02E3E5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l-GR"/>
              <a:t>Κάντε κλικ για να επεξεργαστείτε τον τίτλο υποδείγματος</a:t>
            </a:r>
          </a:p>
        </p:txBody>
      </p:sp>
      <p:sp>
        <p:nvSpPr>
          <p:cNvPr id="3" name="Θέση κατακόρυφου κειμένου 2">
            <a:extLst>
              <a:ext uri="{FF2B5EF4-FFF2-40B4-BE49-F238E27FC236}">
                <a16:creationId xmlns:a16="http://schemas.microsoft.com/office/drawing/2014/main" id="{9F696E15-33F8-49FC-89A5-00E2F945109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l-GR"/>
              <a:t>Στυλ κειμένου υποδείγματος</a:t>
            </a:r>
          </a:p>
          <a:p>
            <a:pPr lvl="1"/>
            <a:r>
              <a:rPr lang="el-GR"/>
              <a:t>Δεύτερο επίπεδο</a:t>
            </a:r>
          </a:p>
          <a:p>
            <a:pPr lvl="2"/>
            <a:r>
              <a:rPr lang="el-GR"/>
              <a:t>Τρίτο επίπεδο</a:t>
            </a:r>
          </a:p>
          <a:p>
            <a:pPr lvl="3"/>
            <a:r>
              <a:rPr lang="el-GR"/>
              <a:t>Τέταρτο επίπεδο</a:t>
            </a:r>
          </a:p>
          <a:p>
            <a:pPr lvl="4"/>
            <a:r>
              <a:rPr lang="el-GR"/>
              <a:t>Πέμπτο επίπεδο</a:t>
            </a:r>
          </a:p>
        </p:txBody>
      </p:sp>
      <p:sp>
        <p:nvSpPr>
          <p:cNvPr id="4" name="Θέση ημερομηνίας 3">
            <a:extLst>
              <a:ext uri="{FF2B5EF4-FFF2-40B4-BE49-F238E27FC236}">
                <a16:creationId xmlns:a16="http://schemas.microsoft.com/office/drawing/2014/main" id="{CBCE64A5-144C-44D2-8983-F93CDB7BB1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ABC23-E4BF-4D97-930B-805CF3F46795}" type="datetimeFigureOut">
              <a:rPr lang="el-GR" smtClean="0"/>
              <a:t>19/6/2022</a:t>
            </a:fld>
            <a:endParaRPr lang="el-GR"/>
          </a:p>
        </p:txBody>
      </p:sp>
      <p:sp>
        <p:nvSpPr>
          <p:cNvPr id="5" name="Θέση υποσέλιδου 4">
            <a:extLst>
              <a:ext uri="{FF2B5EF4-FFF2-40B4-BE49-F238E27FC236}">
                <a16:creationId xmlns:a16="http://schemas.microsoft.com/office/drawing/2014/main" id="{A5FF2444-DE28-4634-A534-D95AC4B12B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6" name="Θέση αριθμού διαφάνειας 5">
            <a:extLst>
              <a:ext uri="{FF2B5EF4-FFF2-40B4-BE49-F238E27FC236}">
                <a16:creationId xmlns:a16="http://schemas.microsoft.com/office/drawing/2014/main" id="{A1A4D064-64F1-4894-8ABA-EB7E167521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DC39C-820A-4884-8686-36CB0DB0024C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34480683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τίτλου 1">
            <a:extLst>
              <a:ext uri="{FF2B5EF4-FFF2-40B4-BE49-F238E27FC236}">
                <a16:creationId xmlns:a16="http://schemas.microsoft.com/office/drawing/2014/main" id="{B031DAA8-6422-4C21-8B75-786A4CBB4E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l-GR"/>
              <a:t>Κάντε κλικ για να επεξεργαστείτε τον τίτλο υποδείγματος</a:t>
            </a:r>
          </a:p>
        </p:txBody>
      </p:sp>
      <p:sp>
        <p:nvSpPr>
          <p:cNvPr id="3" name="Θέση κειμένου 2">
            <a:extLst>
              <a:ext uri="{FF2B5EF4-FFF2-40B4-BE49-F238E27FC236}">
                <a16:creationId xmlns:a16="http://schemas.microsoft.com/office/drawing/2014/main" id="{7346B014-610E-46A4-AA21-F49799BC95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l-GR"/>
              <a:t>Στυλ κειμένου υποδείγματος</a:t>
            </a:r>
          </a:p>
          <a:p>
            <a:pPr lvl="1"/>
            <a:r>
              <a:rPr lang="el-GR"/>
              <a:t>Δεύτερο επίπεδο</a:t>
            </a:r>
          </a:p>
          <a:p>
            <a:pPr lvl="2"/>
            <a:r>
              <a:rPr lang="el-GR"/>
              <a:t>Τρίτο επίπεδο</a:t>
            </a:r>
          </a:p>
          <a:p>
            <a:pPr lvl="3"/>
            <a:r>
              <a:rPr lang="el-GR"/>
              <a:t>Τέταρτο επίπεδο</a:t>
            </a:r>
          </a:p>
          <a:p>
            <a:pPr lvl="4"/>
            <a:r>
              <a:rPr lang="el-GR"/>
              <a:t>Πέμπτο επίπεδο</a:t>
            </a:r>
          </a:p>
        </p:txBody>
      </p:sp>
      <p:sp>
        <p:nvSpPr>
          <p:cNvPr id="4" name="Θέση ημερομηνίας 3">
            <a:extLst>
              <a:ext uri="{FF2B5EF4-FFF2-40B4-BE49-F238E27FC236}">
                <a16:creationId xmlns:a16="http://schemas.microsoft.com/office/drawing/2014/main" id="{D1DFBBDE-ADBE-4BCB-8728-439F38C7EEF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7BABC23-E4BF-4D97-930B-805CF3F46795}" type="datetimeFigureOut">
              <a:rPr lang="el-GR" smtClean="0"/>
              <a:t>19/6/2022</a:t>
            </a:fld>
            <a:endParaRPr lang="el-GR"/>
          </a:p>
        </p:txBody>
      </p:sp>
      <p:sp>
        <p:nvSpPr>
          <p:cNvPr id="5" name="Θέση υποσέλιδου 4">
            <a:extLst>
              <a:ext uri="{FF2B5EF4-FFF2-40B4-BE49-F238E27FC236}">
                <a16:creationId xmlns:a16="http://schemas.microsoft.com/office/drawing/2014/main" id="{9CF0ABE3-BC0F-49C9-B126-FB5CC989D63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l-GR"/>
          </a:p>
        </p:txBody>
      </p:sp>
      <p:sp>
        <p:nvSpPr>
          <p:cNvPr id="6" name="Θέση αριθμού διαφάνειας 5">
            <a:extLst>
              <a:ext uri="{FF2B5EF4-FFF2-40B4-BE49-F238E27FC236}">
                <a16:creationId xmlns:a16="http://schemas.microsoft.com/office/drawing/2014/main" id="{BBB73E38-621B-44A1-A9DC-5A7141D7D5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C7DC39C-820A-4884-8686-36CB0DB0024C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15290761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5" r:id="rId1"/>
    <p:sldLayoutId id="2147483716" r:id="rId2"/>
    <p:sldLayoutId id="2147483717" r:id="rId3"/>
    <p:sldLayoutId id="2147483718" r:id="rId4"/>
    <p:sldLayoutId id="2147483719" r:id="rId5"/>
    <p:sldLayoutId id="2147483720" r:id="rId6"/>
    <p:sldLayoutId id="2147483721" r:id="rId7"/>
    <p:sldLayoutId id="2147483722" r:id="rId8"/>
    <p:sldLayoutId id="2147483723" r:id="rId9"/>
    <p:sldLayoutId id="2147483724" r:id="rId10"/>
    <p:sldLayoutId id="214748372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l-G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 txBox="1">
            <a:spLocks/>
          </p:cNvSpPr>
          <p:nvPr/>
        </p:nvSpPr>
        <p:spPr>
          <a:xfrm>
            <a:off x="0" y="2286000"/>
            <a:ext cx="12192000" cy="1676400"/>
          </a:xfrm>
          <a:prstGeom prst="rect">
            <a:avLst/>
          </a:prstGeom>
          <a:solidFill>
            <a:schemeClr val="tx1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200" b="1" dirty="0">
                <a:solidFill>
                  <a:prstClr val="white"/>
                </a:solidFill>
              </a:rPr>
              <a:t>Australian Open (AUSOPEN)</a:t>
            </a:r>
          </a:p>
        </p:txBody>
      </p:sp>
      <p:sp>
        <p:nvSpPr>
          <p:cNvPr id="5" name="Subtitle 2"/>
          <p:cNvSpPr txBox="1">
            <a:spLocks/>
          </p:cNvSpPr>
          <p:nvPr/>
        </p:nvSpPr>
        <p:spPr>
          <a:xfrm>
            <a:off x="0" y="4114800"/>
            <a:ext cx="12192000" cy="1143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l-GR" sz="2400" b="1" dirty="0">
                <a:solidFill>
                  <a:prstClr val="black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Ομάδα 03: Αλέξανδρος Νάκος (</a:t>
            </a:r>
            <a:r>
              <a:rPr lang="en-US" sz="2400" b="1" dirty="0">
                <a:solidFill>
                  <a:prstClr val="black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L), </a:t>
            </a:r>
            <a:r>
              <a:rPr lang="el-GR" sz="2400" b="1" dirty="0">
                <a:solidFill>
                  <a:prstClr val="black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Θέμης Γιαλαμάς, Ιωάννης Καραμπίνης</a:t>
            </a:r>
            <a:endParaRPr lang="en-US" sz="2400" b="1" dirty="0">
              <a:solidFill>
                <a:prstClr val="black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el-GR" sz="2400" b="1" dirty="0">
                <a:solidFill>
                  <a:prstClr val="black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Ακαδημαϊκός Υπεύθυνος</a:t>
            </a:r>
            <a:r>
              <a:rPr lang="en-US" sz="2400" b="1" dirty="0">
                <a:solidFill>
                  <a:prstClr val="black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: Dr. </a:t>
            </a:r>
            <a:r>
              <a:rPr lang="el-GR" sz="2400" b="1" dirty="0">
                <a:solidFill>
                  <a:prstClr val="black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Νικόλαος Σαμαράς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37631" y="228600"/>
            <a:ext cx="718581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sz="3600" b="1" dirty="0">
                <a:solidFill>
                  <a:prstClr val="black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Ελληνικό Ανοικτό Πανεπιστήμιο</a:t>
            </a:r>
          </a:p>
          <a:p>
            <a:r>
              <a:rPr lang="el-GR" sz="2400" b="1" dirty="0">
                <a:solidFill>
                  <a:prstClr val="black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ΠΛΗΡΟΦΟΡΙΚΗ</a:t>
            </a:r>
          </a:p>
        </p:txBody>
      </p:sp>
      <p:sp>
        <p:nvSpPr>
          <p:cNvPr id="9" name="Rectangle 8"/>
          <p:cNvSpPr/>
          <p:nvPr/>
        </p:nvSpPr>
        <p:spPr>
          <a:xfrm>
            <a:off x="3176337" y="5121442"/>
            <a:ext cx="2895600" cy="1676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l-GR">
              <a:solidFill>
                <a:prstClr val="white"/>
              </a:solidFill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4917677" y="6424248"/>
            <a:ext cx="715169" cy="25929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l-GR">
              <a:solidFill>
                <a:prstClr val="white"/>
              </a:solidFill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3283414" y="4995811"/>
            <a:ext cx="5577046" cy="1676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l-GR" b="1" dirty="0">
                <a:solidFill>
                  <a:prstClr val="black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Ομαδικό Προγραμματιστικό Project </a:t>
            </a:r>
          </a:p>
          <a:p>
            <a:pPr algn="ctr"/>
            <a:r>
              <a:rPr lang="el-GR" b="1" dirty="0">
                <a:solidFill>
                  <a:prstClr val="black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Ε.Θ.Ε ΠΛΗΠΡΟ</a:t>
            </a:r>
          </a:p>
        </p:txBody>
      </p:sp>
      <p:pic>
        <p:nvPicPr>
          <p:cNvPr id="10" name="Εικόνα 9">
            <a:extLst>
              <a:ext uri="{FF2B5EF4-FFF2-40B4-BE49-F238E27FC236}">
                <a16:creationId xmlns:a16="http://schemas.microsoft.com/office/drawing/2014/main" id="{5338BB31-3459-C850-5738-A6320079BE9F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2076"/>
          <a:stretch/>
        </p:blipFill>
        <p:spPr bwMode="auto">
          <a:xfrm>
            <a:off x="601049" y="231287"/>
            <a:ext cx="1431938" cy="136891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7376001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Char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BC7E1FB2-9334-4259-AADA-B0EA72EC99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 dirty="0"/>
              <a:t>Στόχος Προγραμματιστικού </a:t>
            </a:r>
            <a:r>
              <a:rPr lang="en-US" dirty="0"/>
              <a:t>Project</a:t>
            </a:r>
            <a:endParaRPr lang="el-GR" dirty="0"/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74876245-B0A1-438C-A123-2875D726F7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460876"/>
          </a:xfrm>
        </p:spPr>
        <p:txBody>
          <a:bodyPr>
            <a:normAutofit/>
          </a:bodyPr>
          <a:lstStyle/>
          <a:p>
            <a:r>
              <a:rPr lang="el-GR" dirty="0"/>
              <a:t>Υλοποίηση ολοκληρωμένου προγράμματος με </a:t>
            </a:r>
            <a:r>
              <a:rPr lang="en-US" dirty="0"/>
              <a:t>Front-End </a:t>
            </a:r>
            <a:r>
              <a:rPr lang="el-GR" dirty="0"/>
              <a:t>και </a:t>
            </a:r>
            <a:r>
              <a:rPr lang="en-US" dirty="0"/>
              <a:t>Back-End </a:t>
            </a:r>
            <a:r>
              <a:rPr lang="el-GR" dirty="0"/>
              <a:t>υλοποίηση σε </a:t>
            </a:r>
            <a:r>
              <a:rPr lang="en-US" dirty="0"/>
              <a:t>Python </a:t>
            </a:r>
            <a:r>
              <a:rPr lang="el-GR" dirty="0"/>
              <a:t>που να υποστηρίζει το αυστραλιανό πρωτάθλημα τένις.</a:t>
            </a:r>
          </a:p>
          <a:p>
            <a:r>
              <a:rPr lang="el-GR" dirty="0"/>
              <a:t>Απαιτήσεις: </a:t>
            </a:r>
          </a:p>
          <a:p>
            <a:pPr lvl="1"/>
            <a:r>
              <a:rPr lang="el-GR" dirty="0"/>
              <a:t>Λήψη δεδομένων από ιστότοπο του </a:t>
            </a:r>
            <a:r>
              <a:rPr lang="en-US" dirty="0"/>
              <a:t>AUSOPEN.</a:t>
            </a:r>
          </a:p>
          <a:p>
            <a:pPr lvl="1"/>
            <a:r>
              <a:rPr lang="el-GR" dirty="0"/>
              <a:t>Καταχώρηση δεδομένων σε κατάλληλη δομή για μόνιμη αποθήκευση.</a:t>
            </a:r>
          </a:p>
          <a:p>
            <a:pPr lvl="1"/>
            <a:r>
              <a:rPr lang="el-GR" dirty="0"/>
              <a:t>Σχεδιασμός αλγορίθμου για κλήρωση παικτών και ομαδοποίηση σε </a:t>
            </a:r>
            <a:r>
              <a:rPr lang="en-US" dirty="0"/>
              <a:t>groups.</a:t>
            </a:r>
          </a:p>
          <a:p>
            <a:pPr lvl="1"/>
            <a:r>
              <a:rPr lang="el-GR" dirty="0"/>
              <a:t>Ανάπτυξη γραφικής διεπαφής τόσο για προβολή δεδομένων αλλά και αλληλεπίδραση με το χρήστη.</a:t>
            </a:r>
          </a:p>
          <a:p>
            <a:pPr marL="0" indent="0">
              <a:buNone/>
            </a:pPr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1872347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BC7E1FB2-9334-4259-AADA-B0EA72EC99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 dirty="0"/>
              <a:t>Διαχωρισμός του Προβλήματος σε Ενότητες</a:t>
            </a:r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74876245-B0A1-438C-A123-2875D726F7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3007633"/>
          </a:xfrm>
        </p:spPr>
        <p:txBody>
          <a:bodyPr>
            <a:normAutofit/>
          </a:bodyPr>
          <a:lstStyle/>
          <a:p>
            <a:pPr>
              <a:spcAft>
                <a:spcPts val="800"/>
              </a:spcAft>
            </a:pPr>
            <a:r>
              <a:rPr lang="el-GR" dirty="0"/>
              <a:t>Το πρόβλημα χωρίζεται εννοιολογικά σε τρεις (3) θεματικές ενότητες:</a:t>
            </a:r>
          </a:p>
          <a:p>
            <a:pPr marL="857250" lvl="1"/>
            <a:r>
              <a:rPr lang="el-GR" dirty="0"/>
              <a:t>Άντληση Δεδομένων από το διαδίκτυο και καταχώριση σε βάση δεδομένων</a:t>
            </a:r>
          </a:p>
          <a:p>
            <a:pPr marL="857250" lvl="1"/>
            <a:endParaRPr lang="el-GR" dirty="0"/>
          </a:p>
          <a:p>
            <a:pPr marL="857250" lvl="1"/>
            <a:r>
              <a:rPr lang="el-GR" dirty="0"/>
              <a:t>Ομαδοποίηση Παικτών – Κλήρωση και καταχώριση στη βάση δεδομένων</a:t>
            </a:r>
          </a:p>
          <a:p>
            <a:pPr marL="857250" lvl="1">
              <a:spcAft>
                <a:spcPts val="800"/>
              </a:spcAft>
            </a:pPr>
            <a:endParaRPr lang="el-GR" dirty="0"/>
          </a:p>
          <a:p>
            <a:pPr marL="857250" lvl="1">
              <a:spcAft>
                <a:spcPts val="800"/>
              </a:spcAft>
            </a:pPr>
            <a:r>
              <a:rPr lang="el-GR" dirty="0"/>
              <a:t>Ανάπτυξη Γραφικής Διεπαφής – Αλληλεπίδραση με τον χρήστη</a:t>
            </a:r>
          </a:p>
          <a:p>
            <a:pPr marL="0" indent="0">
              <a:buNone/>
            </a:pPr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14615384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CA8987C9-8305-BEDC-3955-89AA5DE33E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 dirty="0"/>
              <a:t>Άντληση Δεδομένων</a:t>
            </a:r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334CBB12-A4E6-A7A2-438C-7FBCED1E24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l-GR" dirty="0"/>
              <a:t>Ασύγχρονη φόρτωση δεδομένων παικτών με </a:t>
            </a:r>
            <a:r>
              <a:rPr lang="en-US" dirty="0"/>
              <a:t>objects xhr.</a:t>
            </a:r>
          </a:p>
          <a:p>
            <a:r>
              <a:rPr lang="el-GR" dirty="0"/>
              <a:t>Εύρεση </a:t>
            </a:r>
            <a:r>
              <a:rPr lang="en-US" dirty="0"/>
              <a:t>link </a:t>
            </a:r>
            <a:r>
              <a:rPr lang="el-GR" dirty="0"/>
              <a:t>για το </a:t>
            </a:r>
            <a:r>
              <a:rPr lang="en-US" dirty="0"/>
              <a:t>json </a:t>
            </a:r>
            <a:r>
              <a:rPr lang="el-GR" dirty="0"/>
              <a:t>των παικτών:</a:t>
            </a:r>
          </a:p>
          <a:p>
            <a:r>
              <a:rPr lang="el-GR" dirty="0"/>
              <a:t>Δημιουργία του </a:t>
            </a:r>
            <a:r>
              <a:rPr lang="en-US" dirty="0"/>
              <a:t>JSON </a:t>
            </a:r>
            <a:r>
              <a:rPr lang="el-GR" dirty="0"/>
              <a:t>για κάθε παίκτη</a:t>
            </a:r>
          </a:p>
          <a:p>
            <a:r>
              <a:rPr lang="el-GR" dirty="0"/>
              <a:t>Άντληση Δεδομένων και καταχώριση στη βάση των ακόλουθων πεδίων.</a:t>
            </a:r>
          </a:p>
        </p:txBody>
      </p:sp>
    </p:spTree>
    <p:extLst>
      <p:ext uri="{BB962C8B-B14F-4D97-AF65-F5344CB8AC3E}">
        <p14:creationId xmlns:p14="http://schemas.microsoft.com/office/powerpoint/2010/main" val="7368435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CA8987C9-8305-BEDC-3955-89AA5DE33E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 dirty="0"/>
              <a:t>Ομαδοποίηση Παικτών – Κλήρωση</a:t>
            </a:r>
          </a:p>
        </p:txBody>
      </p:sp>
      <p:pic>
        <p:nvPicPr>
          <p:cNvPr id="83" name="Εικόνα 82">
            <a:extLst>
              <a:ext uri="{FF2B5EF4-FFF2-40B4-BE49-F238E27FC236}">
                <a16:creationId xmlns:a16="http://schemas.microsoft.com/office/drawing/2014/main" id="{49CF0898-402E-9A7E-BA42-DC7FD03CFB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1986" y="2247735"/>
            <a:ext cx="9731827" cy="30263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95264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Τίτλος 1">
            <a:extLst>
              <a:ext uri="{FF2B5EF4-FFF2-40B4-BE49-F238E27FC236}">
                <a16:creationId xmlns:a16="http://schemas.microsoft.com/office/drawing/2014/main" id="{4EC20D02-3053-4EBF-991E-9416179295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 dirty="0"/>
              <a:t>Κύρια Σελίδα</a:t>
            </a:r>
          </a:p>
        </p:txBody>
      </p:sp>
      <p:pic>
        <p:nvPicPr>
          <p:cNvPr id="6" name="Εικόνα 5">
            <a:extLst>
              <a:ext uri="{FF2B5EF4-FFF2-40B4-BE49-F238E27FC236}">
                <a16:creationId xmlns:a16="http://schemas.microsoft.com/office/drawing/2014/main" id="{CE0E1F63-A143-A8EA-2D1A-E2E7F00417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9042" y="1690688"/>
            <a:ext cx="7913915" cy="44651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02120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Τίτλος 1">
            <a:extLst>
              <a:ext uri="{FF2B5EF4-FFF2-40B4-BE49-F238E27FC236}">
                <a16:creationId xmlns:a16="http://schemas.microsoft.com/office/drawing/2014/main" id="{4EC20D02-3053-4EBF-991E-9416179295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 dirty="0"/>
              <a:t>Αρχικοποίηση</a:t>
            </a:r>
          </a:p>
        </p:txBody>
      </p:sp>
      <p:pic>
        <p:nvPicPr>
          <p:cNvPr id="5" name="Εικόνα 4">
            <a:extLst>
              <a:ext uri="{FF2B5EF4-FFF2-40B4-BE49-F238E27FC236}">
                <a16:creationId xmlns:a16="http://schemas.microsoft.com/office/drawing/2014/main" id="{FB09BC3C-DBFD-7755-6E3F-E992D8173D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270" y="1690689"/>
            <a:ext cx="8189459" cy="45468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73614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723D5C91-A763-4D78-BA5E-F5C143C616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 dirty="0"/>
              <a:t>Συντελεστές</a:t>
            </a:r>
          </a:p>
        </p:txBody>
      </p:sp>
      <p:pic>
        <p:nvPicPr>
          <p:cNvPr id="6" name="Εικόνα 5">
            <a:extLst>
              <a:ext uri="{FF2B5EF4-FFF2-40B4-BE49-F238E27FC236}">
                <a16:creationId xmlns:a16="http://schemas.microsoft.com/office/drawing/2014/main" id="{9FFF5BA9-D194-7F37-0F49-88B93D66A5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5915" y="2053635"/>
            <a:ext cx="6440170" cy="36940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62057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723D5C91-A763-4D78-BA5E-F5C143C616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 dirty="0"/>
              <a:t>Παίκτες</a:t>
            </a:r>
          </a:p>
        </p:txBody>
      </p:sp>
      <p:pic>
        <p:nvPicPr>
          <p:cNvPr id="4" name="Εικόνα 3">
            <a:extLst>
              <a:ext uri="{FF2B5EF4-FFF2-40B4-BE49-F238E27FC236}">
                <a16:creationId xmlns:a16="http://schemas.microsoft.com/office/drawing/2014/main" id="{C904DF03-BB63-2789-1693-71429DF7AF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6707" y="1690688"/>
            <a:ext cx="8278585" cy="46715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27206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723D5C91-A763-4D78-BA5E-F5C143C616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 dirty="0"/>
              <a:t>Παίκτες</a:t>
            </a:r>
          </a:p>
        </p:txBody>
      </p:sp>
      <p:pic>
        <p:nvPicPr>
          <p:cNvPr id="5" name="Εικόνα 4">
            <a:extLst>
              <a:ext uri="{FF2B5EF4-FFF2-40B4-BE49-F238E27FC236}">
                <a16:creationId xmlns:a16="http://schemas.microsoft.com/office/drawing/2014/main" id="{67B53716-E07C-4DFD-43A0-71BB1EC5D2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7978" y="1469572"/>
            <a:ext cx="8616043" cy="49253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43343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723D5C91-A763-4D78-BA5E-F5C143C616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 dirty="0"/>
              <a:t>Αγώνες (1/2)</a:t>
            </a:r>
          </a:p>
        </p:txBody>
      </p:sp>
      <p:pic>
        <p:nvPicPr>
          <p:cNvPr id="4" name="Εικόνα 3">
            <a:extLst>
              <a:ext uri="{FF2B5EF4-FFF2-40B4-BE49-F238E27FC236}">
                <a16:creationId xmlns:a16="http://schemas.microsoft.com/office/drawing/2014/main" id="{0C6C8D47-E45F-58A5-B599-D903AE0735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7157" y="1543730"/>
            <a:ext cx="8697686" cy="48021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052945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723D5C91-A763-4D78-BA5E-F5C143C616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 dirty="0"/>
              <a:t>Αγώνες (2/2)</a:t>
            </a:r>
          </a:p>
        </p:txBody>
      </p:sp>
      <p:pic>
        <p:nvPicPr>
          <p:cNvPr id="5" name="Εικόνα 4">
            <a:extLst>
              <a:ext uri="{FF2B5EF4-FFF2-40B4-BE49-F238E27FC236}">
                <a16:creationId xmlns:a16="http://schemas.microsoft.com/office/drawing/2014/main" id="{AE0C14AC-26F9-F2D9-29B7-B4FF9E10AF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8057" y="1690688"/>
            <a:ext cx="9535886" cy="4497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82877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723D5C91-A763-4D78-BA5E-F5C143C616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Score</a:t>
            </a:r>
            <a:endParaRPr lang="el-GR" dirty="0"/>
          </a:p>
        </p:txBody>
      </p:sp>
      <p:pic>
        <p:nvPicPr>
          <p:cNvPr id="4" name="Εικόνα 3">
            <a:extLst>
              <a:ext uri="{FF2B5EF4-FFF2-40B4-BE49-F238E27FC236}">
                <a16:creationId xmlns:a16="http://schemas.microsoft.com/office/drawing/2014/main" id="{4D723AD9-0BDC-C19C-6424-180483CB4D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5090" y="1882367"/>
            <a:ext cx="4636135" cy="3620362"/>
          </a:xfrm>
          <a:prstGeom prst="rect">
            <a:avLst/>
          </a:prstGeom>
        </p:spPr>
      </p:pic>
      <p:pic>
        <p:nvPicPr>
          <p:cNvPr id="6" name="Εικόνα 5">
            <a:extLst>
              <a:ext uri="{FF2B5EF4-FFF2-40B4-BE49-F238E27FC236}">
                <a16:creationId xmlns:a16="http://schemas.microsoft.com/office/drawing/2014/main" id="{8CAC22E5-7C6D-4B4A-5D4F-2F0CE43AC7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4508" y="1882367"/>
            <a:ext cx="4859292" cy="36203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9435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723D5C91-A763-4D78-BA5E-F5C143C616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 dirty="0"/>
              <a:t>Περιορισμοί</a:t>
            </a:r>
          </a:p>
        </p:txBody>
      </p:sp>
      <p:pic>
        <p:nvPicPr>
          <p:cNvPr id="5" name="Εικόνα 4">
            <a:extLst>
              <a:ext uri="{FF2B5EF4-FFF2-40B4-BE49-F238E27FC236}">
                <a16:creationId xmlns:a16="http://schemas.microsoft.com/office/drawing/2014/main" id="{05BD1DEB-D5D7-943A-B958-C85F49D6ED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9557" y="1690688"/>
            <a:ext cx="8392886" cy="45468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6764883"/>
      </p:ext>
    </p:extLst>
  </p:cSld>
  <p:clrMapOvr>
    <a:masterClrMapping/>
  </p:clrMapOvr>
</p:sld>
</file>

<file path=ppt/theme/theme1.xml><?xml version="1.0" encoding="utf-8"?>
<a:theme xmlns:a="http://schemas.openxmlformats.org/drawingml/2006/main" name="Θέμα του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Θέμα του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2535</TotalTime>
  <Words>201</Words>
  <Application>Microsoft Office PowerPoint</Application>
  <PresentationFormat>Ευρεία οθόνη</PresentationFormat>
  <Paragraphs>37</Paragraphs>
  <Slides>14</Slides>
  <Notes>1</Notes>
  <HiddenSlides>0</HiddenSlides>
  <MMClips>0</MMClips>
  <ScaleCrop>false</ScaleCrop>
  <HeadingPairs>
    <vt:vector size="6" baseType="variant">
      <vt:variant>
        <vt:lpstr>Γραμματοσειρές που χρησιμοποιούνται</vt:lpstr>
      </vt:variant>
      <vt:variant>
        <vt:i4>3</vt:i4>
      </vt:variant>
      <vt:variant>
        <vt:lpstr>Θέμα</vt:lpstr>
      </vt:variant>
      <vt:variant>
        <vt:i4>1</vt:i4>
      </vt:variant>
      <vt:variant>
        <vt:lpstr>Τίτλοι διαφανειών</vt:lpstr>
      </vt:variant>
      <vt:variant>
        <vt:i4>14</vt:i4>
      </vt:variant>
    </vt:vector>
  </HeadingPairs>
  <TitlesOfParts>
    <vt:vector size="18" baseType="lpstr">
      <vt:lpstr>Arial</vt:lpstr>
      <vt:lpstr>Calibri</vt:lpstr>
      <vt:lpstr>Calibri Light</vt:lpstr>
      <vt:lpstr>Θέμα του Office</vt:lpstr>
      <vt:lpstr>Παρουσίαση του PowerPoint</vt:lpstr>
      <vt:lpstr>Στόχος Προγραμματιστικού Project</vt:lpstr>
      <vt:lpstr>Διαχωρισμός του Προβλήματος σε Ενότητες</vt:lpstr>
      <vt:lpstr>Άντληση Δεδομένων</vt:lpstr>
      <vt:lpstr>Ομαδοποίηση Παικτών – Κλήρωση</vt:lpstr>
      <vt:lpstr>Κύρια Σελίδα</vt:lpstr>
      <vt:lpstr>Αρχικοποίηση</vt:lpstr>
      <vt:lpstr>Συντελεστές</vt:lpstr>
      <vt:lpstr>Παίκτες</vt:lpstr>
      <vt:lpstr>Παίκτες</vt:lpstr>
      <vt:lpstr>Αγώνες (1/2)</vt:lpstr>
      <vt:lpstr>Αγώνες (2/2)</vt:lpstr>
      <vt:lpstr>Score</vt:lpstr>
      <vt:lpstr>Περιορισμοί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Παρουσίαση του PowerPoint</dc:title>
  <dc:creator>John</dc:creator>
  <cp:lastModifiedBy>John</cp:lastModifiedBy>
  <cp:revision>181</cp:revision>
  <dcterms:created xsi:type="dcterms:W3CDTF">2020-01-12T09:06:31Z</dcterms:created>
  <dcterms:modified xsi:type="dcterms:W3CDTF">2022-06-19T17:49:44Z</dcterms:modified>
</cp:coreProperties>
</file>